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852160" cy="5852160"/>
          </a:xfrm>
          <a:prstGeom prst="ellipse">
            <a:avLst/>
          </a:prstGeom>
          <a:solidFill>
            <a:srgbClr val="2A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4114800" cy="4114800"/>
          </a:xfrm>
          <a:prstGeom prst="ellipse">
            <a:avLst/>
          </a:prstGeom>
          <a:solidFill>
            <a:srgbClr val="2A3A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SCOUT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inbound at 9:00 AM.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Investor-ready memo by 9:01.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web intelligence that turns a company name into a grounded, source-cited investment memo — in under 90 seconds.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  ·  AI/ML API  ·  built solo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triage is killing deal velocity.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320040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377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30–60 min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company — LinkedIn, Crunchbase, news, GitHub, by hand.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10712" y="2103120"/>
            <a:ext cx="2697480" cy="320040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9312" y="2377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 / month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39312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deals. Solo angels and lean funds can't staff triage.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2784" y="2103120"/>
            <a:ext cx="2697480" cy="320040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2377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Enterprise-only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1384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Harmonic, Specter — overkill for a 5-a-day workflow.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34856" y="2103120"/>
            <a:ext cx="2697480" cy="320040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63456" y="2377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$10M+ miss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63456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is the company you pass on for lack of time.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is just GTM research with a different job title — and it doesn't scale by hand.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Scout · GTM Intelligence · Bright Data Web Data UNLOCKED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chatbots can't reach is the product.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40680" cy="338328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· Perplexity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 press release ✓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LinkedIn, an ATS pipeline, app-store traction ✗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Auth-walled + anti-bot = blocked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2194560"/>
            <a:ext cx="5440680" cy="3383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VC Scout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301752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auth-walled sources via Bright Data ✓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structured signals, not summaries ✓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Triangulates founder claims vs independent evidence 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capability gap, not a quality gap — the strongest kind of moat.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Scout · GTM Intelligence · Bright Data Web Data UNLOCKED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analyst's memo, auto-assembled.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74720" cy="12344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59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816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cited · scored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2194560"/>
            <a:ext cx="3474720" cy="12344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359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2816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cited · scored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2194560"/>
            <a:ext cx="3474720" cy="12344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359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83880" y="2816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cited · scored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474720" cy="12344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76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cited · scored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3611880"/>
            <a:ext cx="3474720" cy="12344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776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8056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cited · scored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3611880"/>
            <a:ext cx="3474720" cy="12344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3776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8388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cited · scored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 name → memo structured the way VCs decide, ending in take_call / dig_deeper / pass.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Scout · GTM Intelligence · Bright Data Web Data UNLOCKED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BEAT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 company? It admits it.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120640" cy="365760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“GodHands”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near-stealth name with almost no public footprint.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1645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memo shows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0" y="27889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flag: no public footprint found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founders, funding, or traction invented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evidence in → empty memo out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0" y="5212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honest AI looks like — it refuses to hallucinate.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Scout · GTM Intelligence · Bright Data Web Data UNLOCKED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BEAT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company? It knows what your model can't.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120640" cy="365760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“Wispr Flow”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dictation — talk instead of type.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828800" cy="502920"/>
          </a:xfrm>
          <a:prstGeom prst="rect">
            <a:avLst/>
          </a:prstGeom>
          <a:solidFill>
            <a:srgbClr val="1F9D6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14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TAKE_CALL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read live · cited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proof point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0" y="278892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$260M round led by Menlo Ventures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used by Nvidia and Amazon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Yapify acquisition to build the voice 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post-training-cutoff — pulled live, not recalled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0" y="53035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data, not stale weights. That gap is the whole product.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Scout · GTM Intelligence · Bright Data Web Data UNLOCKED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Bright Data sources, one memo.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01168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SERP API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27432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0360" y="2377440"/>
            <a:ext cx="2011680" cy="15544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80360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claims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own site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7432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377440"/>
            <a:ext cx="201168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 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signal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27432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60920" y="2377440"/>
            <a:ext cx="2011680" cy="15544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6092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ATS / Ashby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60920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velocity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GTM motion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run in parallel → AI/ML API synthesis → Pydantic-validated memo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0881360" cy="109728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983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framework.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SDK calls, parallel collectors, every source degrades gracefully to keep the memo running. Demo cache = zero network dependency on stage.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Scout · GTM Intelligence · Bright Data Web Data UNLOCKED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routes to the source that fits.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74720" cy="23774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 tool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GitHub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· contributors · commit cadence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2286000"/>
            <a:ext cx="3474720" cy="23774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app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4805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 Store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trend · review velocity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474720" cy="23774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SaaS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18388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G2 + ATS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8388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velocity · named logos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scrapes LinkedIn. VC Scout picks the underrated source for the company in front of it — then triangulates the founder's story against it.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Scout · GTM Intelligence · Bright Data Web Data UNLOCKED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memo shows its work.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394960" cy="14630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41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log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source examined → found → inferred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240280"/>
            <a:ext cx="5394960" cy="14630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441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trail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971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driver score carries the facts behind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14630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330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Diligence questions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asks for gaps public data can't fill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394960" cy="146304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1330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caveats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4663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signals flagged, never asserted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like an analyst, not a summarizer — and it's honest about what it doesn't know.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Scout · GTM Intelligence · Bright Data Web Data UNLOCKED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hour saved is a better decision.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74720" cy="2286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15–30×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triage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 → under 90 seconds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194560"/>
            <a:ext cx="3474720" cy="2286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 hrs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43484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/ week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484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associate at ~10 companies/day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2194560"/>
            <a:ext cx="3474720" cy="2286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~$0.02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13816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memo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API + Bright Data, combined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109728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users:  </a:t>
            </a:r>
            <a:pPr indent="0" marL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angels, emerging managers, lean seed funds — the funds enterprise SaaS ignores.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Scout · GTM Intelligence · Bright Data Web Data UNLOCKED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2A3A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Grounded, not generative.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research with always-on, structured web intelligence — an investment memo for every company that hits the inbox.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 SERP · Scraping Browser · LinkedIn · ATS   +   AI/ML API   ·   built solo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 Scout — Pitch</dc:title>
  <dc:subject>PptxGenJS Presentation</dc:subject>
  <dc:creator>Karthik</dc:creator>
  <cp:lastModifiedBy>Karthik</cp:lastModifiedBy>
  <cp:revision>1</cp:revision>
  <dcterms:created xsi:type="dcterms:W3CDTF">2026-05-30T19:42:48Z</dcterms:created>
  <dcterms:modified xsi:type="dcterms:W3CDTF">2026-05-30T19:42:48Z</dcterms:modified>
</cp:coreProperties>
</file>